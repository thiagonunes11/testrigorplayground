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Sample .pptx</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40000" lnSpcReduction="20000"/>
          </a:bodyPr>
          <a:lstStyle/>
          <a:p>
            <a:pPr indent="0" lvl="0" marL="0" rtl="0" algn="ctr">
              <a:spcBef>
                <a:spcPts val="0"/>
              </a:spcBef>
              <a:spcAft>
                <a:spcPts val="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